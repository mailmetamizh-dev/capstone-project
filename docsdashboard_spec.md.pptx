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82" d="100"/>
          <a:sy n="82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ilip Kumar" userId="81e208f9e4a0476a" providerId="LiveId" clId="{3D5A1C61-5D00-41CA-8A75-CA09C0829A76}"/>
    <pc:docChg chg="modSld">
      <pc:chgData name="Dhilip Kumar" userId="81e208f9e4a0476a" providerId="LiveId" clId="{3D5A1C61-5D00-41CA-8A75-CA09C0829A76}" dt="2026-10-26T08:44:37.582" v="3" actId="1035"/>
      <pc:docMkLst>
        <pc:docMk/>
      </pc:docMkLst>
      <pc:sldChg chg="modSp mod">
        <pc:chgData name="Dhilip Kumar" userId="81e208f9e4a0476a" providerId="LiveId" clId="{3D5A1C61-5D00-41CA-8A75-CA09C0829A76}" dt="2026-10-26T08:44:37.582" v="3" actId="1035"/>
        <pc:sldMkLst>
          <pc:docMk/>
          <pc:sldMk cId="95992585" sldId="263"/>
        </pc:sldMkLst>
        <pc:picChg chg="mod">
          <ac:chgData name="Dhilip Kumar" userId="81e208f9e4a0476a" providerId="LiveId" clId="{3D5A1C61-5D00-41CA-8A75-CA09C0829A76}" dt="2026-10-26T08:44:37.582" v="3" actId="1035"/>
          <ac:picMkLst>
            <pc:docMk/>
            <pc:sldMk cId="95992585" sldId="263"/>
            <ac:picMk id="8" creationId="{5B3C4890-9F20-421F-8CF0-16902959FA3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E6A610E9-E3B9-4484-AED1-7190E1CD29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Big billone</a:t>
            </a:r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38866080-6D81-4BBF-8EE7-393C0A1F7D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File created on: 10/25/2026 7:37:55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Revenue by region">
            <a:extLst>
              <a:ext uri="{FF2B5EF4-FFF2-40B4-BE49-F238E27FC236}">
                <a16:creationId xmlns:a16="http://schemas.microsoft.com/office/drawing/2014/main" id="{AC1B60F7-AE95-4F8F-B4AE-8E5A3E63F1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5571" y="2474685"/>
            <a:ext cx="7220857" cy="1908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Revenue by category">
            <a:extLst>
              <a:ext uri="{FF2B5EF4-FFF2-40B4-BE49-F238E27FC236}">
                <a16:creationId xmlns:a16="http://schemas.microsoft.com/office/drawing/2014/main" id="{8A50067E-3317-4441-BE96-5F9F2594F7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5571" y="2572657"/>
            <a:ext cx="7220857" cy="171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Revenue trend by Month and category">
            <a:extLst>
              <a:ext uri="{FF2B5EF4-FFF2-40B4-BE49-F238E27FC236}">
                <a16:creationId xmlns:a16="http://schemas.microsoft.com/office/drawing/2014/main" id="{9F3EB6B5-6EB8-4D9B-8116-599D704F9A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885" y="903514"/>
            <a:ext cx="3788228" cy="5050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Region and Category">
            <a:extLst>
              <a:ext uri="{FF2B5EF4-FFF2-40B4-BE49-F238E27FC236}">
                <a16:creationId xmlns:a16="http://schemas.microsoft.com/office/drawing/2014/main" id="{7FF4D988-09B3-4443-BC9B-25934D0007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7771" y="2648857"/>
            <a:ext cx="2496457" cy="1560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KPI  Total Revenue">
            <a:extLst>
              <a:ext uri="{FF2B5EF4-FFF2-40B4-BE49-F238E27FC236}">
                <a16:creationId xmlns:a16="http://schemas.microsoft.com/office/drawing/2014/main" id="{BD43A322-C14E-4FB1-A5CD-8539D3084F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0657" y="2997200"/>
            <a:ext cx="950685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de7" descr="KPI Total Unit">
            <a:extLst>
              <a:ext uri="{FF2B5EF4-FFF2-40B4-BE49-F238E27FC236}">
                <a16:creationId xmlns:a16="http://schemas.microsoft.com/office/drawing/2014/main" id="{5C9ABAF0-7899-48B4-B555-37E94EE83D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343" y="2862942"/>
            <a:ext cx="573314" cy="113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de8" descr="Dashboard 1">
            <a:extLst>
              <a:ext uri="{FF2B5EF4-FFF2-40B4-BE49-F238E27FC236}">
                <a16:creationId xmlns:a16="http://schemas.microsoft.com/office/drawing/2014/main" id="{5B3C4890-9F20-421F-8CF0-16902959FA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567" y="-18662"/>
            <a:ext cx="85708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Widescreen</PresentationFormat>
  <Paragraphs>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Big billone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Dhilip Kumar</cp:lastModifiedBy>
  <cp:revision>1</cp:revision>
  <dcterms:created xsi:type="dcterms:W3CDTF">2026-10-25T19:37:56Z</dcterms:created>
  <dcterms:modified xsi:type="dcterms:W3CDTF">2026-10-26T08:44:44Z</dcterms:modified>
</cp:coreProperties>
</file>